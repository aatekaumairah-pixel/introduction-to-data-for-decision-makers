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64" d="100"/>
          <a:sy n="64" d="100"/>
        </p:scale>
        <p:origin x="52" y="5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7/22/2025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 xml:space="preserve">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7/22/2025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 xml:space="preserve">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 xml:space="preserve">(a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 xml:space="preserve">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 xml:space="preserve">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 xml:space="preserve">(a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 xml:space="preserve">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 xml:space="preserve">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 xml:space="preserve">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 xml:space="preserve">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5" Type="http://schemas.openxmlformats.org/officeDocument/2006/relationships/oleObject" Target="../embeddings/oleObject16.bin"/><Relationship Id="rId4" Type="http://schemas.openxmlformats.org/officeDocument/2006/relationships/slideLayout" Target="../slideLayouts/slideLayout2.xml"/><Relationship Id="rId10" Type="http://schemas.openxmlformats.org/officeDocument/2006/relationships/image" Target="../media/chart1.png"/><Relationship Id="rId11" Type="http://schemas.openxmlformats.org/officeDocument/2006/relationships/image" Target="../media/chart2.png"/><Relationship Id="rId12" Type="http://schemas.openxmlformats.org/officeDocument/2006/relationships/image" Target="../media/chart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r>
              <a:rPr lang="en-US" sz="2800" b="1" dirty="0"/>
              <a:t>Double Down on Email — Campaign A Wins New Customers</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 xml:space="preserve">Recommendation: </a:t>
            </a:r>
            <a:r>
              <a:rPr lang="en-US" sz="1400" b="0" dirty="0">
                <a:solidFill>
                  <a:srgbClr val="000000"/>
                </a:solidFill>
              </a:rPr>
              <a:t>Invest in Campaign A via Email. Among new customers, this combo drives $2,124 in sales at a 61.7% conversion rate — the highest of any channel. Scale Email + Campaign A to accelerate new customer acquisition.</a:t>
            </a:r>
            <a:endParaRPr lang="en-US" sz="1200"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696609"/>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New Customer Sales by Channel ($)</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6799" y="1719502"/>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Campaign A Dominates in Email for New Customers</a:t>
            </a: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715577"/>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Email Conversion Rate Leads All Channels (60%+)</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100" name="Chart1"/>
          <p:cNvPicPr>
            <a:picLocks noChangeAspect="1"/>
          </p:cNvPicPr>
          <p:nvPr/>
        </p:nvPicPr>
        <p:blipFill>
          <a:blip r:embed="rId10"/>
          <a:stretch>
            <a:fillRect/>
          </a:stretch>
        </p:blipFill>
        <p:spPr>
          <a:xfrm>
            <a:off x="695959" y="2124979"/>
            <a:ext cx="2765417" cy="2541209"/>
          </a:xfrm>
          <a:prstGeom prst="rect">
            <a:avLst/>
          </a:prstGeom>
        </p:spPr>
      </p:pic>
      <p:pic>
        <p:nvPicPr>
          <p:cNvPr id="101" name="Chart2"/>
          <p:cNvPicPr>
            <a:picLocks noChangeAspect="1"/>
          </p:cNvPicPr>
          <p:nvPr/>
        </p:nvPicPr>
        <p:blipFill>
          <a:blip r:embed="rId11"/>
          <a:stretch>
            <a:fillRect/>
          </a:stretch>
        </p:blipFill>
        <p:spPr>
          <a:xfrm>
            <a:off x="4152757" y="2163569"/>
            <a:ext cx="2765417" cy="2541209"/>
          </a:xfrm>
          <a:prstGeom prst="rect">
            <a:avLst/>
          </a:prstGeom>
        </p:spPr>
      </p:pic>
      <p:pic>
        <p:nvPicPr>
          <p:cNvPr id="102" name="Chart3"/>
          <p:cNvPicPr>
            <a:picLocks noChangeAspect="1"/>
          </p:cNvPicPr>
          <p:nvPr/>
        </p:nvPicPr>
        <p:blipFill>
          <a:blip r:embed="rId12"/>
          <a:stretch>
            <a:fillRect/>
          </a:stretch>
        </p:blipFill>
        <p:spPr>
          <a:xfrm>
            <a:off x="7476125" y="2155067"/>
            <a:ext cx="2765417" cy="2541209"/>
          </a:xfrm>
          <a:prstGeom prst="rect">
            <a:avLst/>
          </a:prstGeom>
        </p:spPr>
      </p:pic>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BCG Grid 16:9</Template>
  <TotalTime>108</TotalTime>
  <Words>24</Words>
  <Application>Microsoft Office PowerPoint</Application>
  <PresentationFormat>Widescreen</PresentationFormat>
  <Paragraphs>5</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[Slide Title]</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Lancaster, Devon</cp:lastModifiedBy>
  <cp:revision>8</cp:revision>
  <cp:lastPrinted>2016-04-06T18:59:25Z</cp:lastPrinted>
  <dcterms:created xsi:type="dcterms:W3CDTF">2025-04-28T17:07:03Z</dcterms:created>
  <dcterms:modified xsi:type="dcterms:W3CDTF">2025-07-22T18:01:18Z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